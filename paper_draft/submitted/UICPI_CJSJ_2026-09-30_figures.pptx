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983" y="411480"/>
            <a:ext cx="6960034" cy="5212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7607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1. Granger causality by country — UICPI leading official CPI (calendar-true specification for the United States). The US bar is hatched: the analytic p-value clears 0.05 but neither permutation check does.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</dc:title>
  <dc:subject/>
  <dc:creator/>
  <cp:lastModifiedBy/>
  <cp:revision>1</cp:revision>
  <dcterms:created xsi:type="dcterms:W3CDTF">2026-09-30T10:05:16Z</dcterms:created>
  <dcterms:modified xsi:type="dcterms:W3CDTF">2026-09-30T10:05:16Z</dcterms:modified>
</cp:coreProperties>
</file>